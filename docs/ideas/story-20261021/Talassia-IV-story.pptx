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014a35b074d37" /><Relationship Type="http://schemas.openxmlformats.org/officeDocument/2006/relationships/extended-properties" Target="/docProps/app.xml" Id="R570186ef6acf495c" /><Relationship Type="http://schemas.openxmlformats.org/officeDocument/2006/relationships/officeDocument" Target="/ppt/presentation.xml" Id="R0c1f1ec19cdd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b69f311d34681"/>
  </p:sldMasterIdLst>
  <p:notesMasterIdLst>
    <p:notesMasterId xmlns:r="http://schemas.openxmlformats.org/officeDocument/2006/relationships" r:id="R723e0999d4604284"/>
  </p:notesMasterIdLst>
  <p:sldIdLst>
    <p:sldId xmlns:r="http://schemas.openxmlformats.org/officeDocument/2006/relationships" id="256" r:id="R862c4da5bf3148f6"/>
    <p:sldId xmlns:r="http://schemas.openxmlformats.org/officeDocument/2006/relationships" id="257" r:id="R988a2c34295f4aa2"/>
    <p:sldId xmlns:r="http://schemas.openxmlformats.org/officeDocument/2006/relationships" id="258" r:id="R1696ed1cd7fc4ac5"/>
    <p:sldId xmlns:r="http://schemas.openxmlformats.org/officeDocument/2006/relationships" id="259" r:id="R56ba9a9a13bb4288"/>
    <p:sldId xmlns:r="http://schemas.openxmlformats.org/officeDocument/2006/relationships" id="260" r:id="R41ba204d969b4168"/>
    <p:sldId xmlns:r="http://schemas.openxmlformats.org/officeDocument/2006/relationships" id="261" r:id="R778985e5eaab4675"/>
    <p:sldId xmlns:r="http://schemas.openxmlformats.org/officeDocument/2006/relationships" id="262" r:id="R16a31aad545b4812"/>
    <p:sldId xmlns:r="http://schemas.openxmlformats.org/officeDocument/2006/relationships" id="263" r:id="Rc13a5f4b8922497e"/>
    <p:sldId xmlns:r="http://schemas.openxmlformats.org/officeDocument/2006/relationships" id="264" r:id="R48a2ef68de5a480c"/>
    <p:sldId xmlns:r="http://schemas.openxmlformats.org/officeDocument/2006/relationships" id="265" r:id="R77049f5c54d44cae"/>
    <p:sldId xmlns:r="http://schemas.openxmlformats.org/officeDocument/2006/relationships" id="266" r:id="R307c8366666c4490"/>
    <p:sldId xmlns:r="http://schemas.openxmlformats.org/officeDocument/2006/relationships" id="267" r:id="R013266bede624655"/>
    <p:sldId xmlns:r="http://schemas.openxmlformats.org/officeDocument/2006/relationships" id="268" r:id="R599c77a44ddd4009"/>
    <p:sldId xmlns:r="http://schemas.openxmlformats.org/officeDocument/2006/relationships" id="269" r:id="R3e7c58bb570a457e"/>
    <p:sldId xmlns:r="http://schemas.openxmlformats.org/officeDocument/2006/relationships" id="270" r:id="R75feeeaaefd84a68"/>
    <p:sldId xmlns:r="http://schemas.openxmlformats.org/officeDocument/2006/relationships" id="271" r:id="R4c83d232f78a49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cfcc5a6e4f4567" /><Relationship Type="http://schemas.openxmlformats.org/officeDocument/2006/relationships/slideMaster" Target="/ppt/slideMasters/slideMaster1.xml" Id="R761b69f311d34681" /><Relationship Type="http://schemas.openxmlformats.org/officeDocument/2006/relationships/notesMaster" Target="/ppt/notesMasters/notesMaster1.xml" Id="R723e0999d4604284" /><Relationship Type="http://schemas.openxmlformats.org/officeDocument/2006/relationships/presProps" Target="/ppt/presProps.xml" Id="R24c9285f43a44d3d" /><Relationship Type="http://schemas.openxmlformats.org/officeDocument/2006/relationships/tableStyles" Target="/ppt/tableStyles.xml" Id="R8031876eca954718" /><Relationship Type="http://schemas.openxmlformats.org/officeDocument/2006/relationships/slide" Target="/ppt/slides/slide1.xml" Id="R862c4da5bf3148f6" /><Relationship Type="http://schemas.openxmlformats.org/officeDocument/2006/relationships/slide" Target="/ppt/slides/slide2.xml" Id="R988a2c34295f4aa2" /><Relationship Type="http://schemas.openxmlformats.org/officeDocument/2006/relationships/slide" Target="/ppt/slides/slide3.xml" Id="R1696ed1cd7fc4ac5" /><Relationship Type="http://schemas.openxmlformats.org/officeDocument/2006/relationships/slide" Target="/ppt/slides/slide4.xml" Id="R56ba9a9a13bb4288" /><Relationship Type="http://schemas.openxmlformats.org/officeDocument/2006/relationships/slide" Target="/ppt/slides/slide5.xml" Id="R41ba204d969b4168" /><Relationship Type="http://schemas.openxmlformats.org/officeDocument/2006/relationships/slide" Target="/ppt/slides/slide6.xml" Id="R778985e5eaab4675" /><Relationship Type="http://schemas.openxmlformats.org/officeDocument/2006/relationships/slide" Target="/ppt/slides/slide7.xml" Id="R16a31aad545b4812" /><Relationship Type="http://schemas.openxmlformats.org/officeDocument/2006/relationships/slide" Target="/ppt/slides/slide8.xml" Id="Rc13a5f4b8922497e" /><Relationship Type="http://schemas.openxmlformats.org/officeDocument/2006/relationships/slide" Target="/ppt/slides/slide9.xml" Id="R48a2ef68de5a480c" /><Relationship Type="http://schemas.openxmlformats.org/officeDocument/2006/relationships/slide" Target="/ppt/slides/slide10.xml" Id="R77049f5c54d44cae" /><Relationship Type="http://schemas.openxmlformats.org/officeDocument/2006/relationships/slide" Target="/ppt/slides/slide11.xml" Id="R307c8366666c4490" /><Relationship Type="http://schemas.openxmlformats.org/officeDocument/2006/relationships/slide" Target="/ppt/slides/slide12.xml" Id="R013266bede624655" /><Relationship Type="http://schemas.openxmlformats.org/officeDocument/2006/relationships/slide" Target="/ppt/slides/slide13.xml" Id="R599c77a44ddd4009" /><Relationship Type="http://schemas.openxmlformats.org/officeDocument/2006/relationships/slide" Target="/ppt/slides/slide14.xml" Id="R3e7c58bb570a457e" /><Relationship Type="http://schemas.openxmlformats.org/officeDocument/2006/relationships/slide" Target="/ppt/slides/slide15.xml" Id="R75feeeaaefd84a68" /><Relationship Type="http://schemas.openxmlformats.org/officeDocument/2006/relationships/slide" Target="/ppt/slides/slide16.xml" Id="R4c83d232f78a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dfdc1ed52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353f79f844f8e" /><Relationship Type="http://schemas.openxmlformats.org/officeDocument/2006/relationships/notesMaster" Target="/ppt/notesMasters/notesMaster1.xml" Id="R018eb418a9d1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faf79b9cb54755" /><Relationship Type="http://schemas.openxmlformats.org/officeDocument/2006/relationships/notesMaster" Target="/ppt/notesMasters/notesMaster1.xml" Id="R9b1788ab7d49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77bff085ca471b" /><Relationship Type="http://schemas.openxmlformats.org/officeDocument/2006/relationships/notesMaster" Target="/ppt/notesMasters/notesMaster1.xml" Id="R08fe15b049aa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c23df272bc4c35" /><Relationship Type="http://schemas.openxmlformats.org/officeDocument/2006/relationships/notesMaster" Target="/ppt/notesMasters/notesMaster1.xml" Id="R42b753796ea541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ee648decb14f58" /><Relationship Type="http://schemas.openxmlformats.org/officeDocument/2006/relationships/notesMaster" Target="/ppt/notesMasters/notesMaster1.xml" Id="Re49ffe9282df4c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49b071a4284ab3" /><Relationship Type="http://schemas.openxmlformats.org/officeDocument/2006/relationships/notesMaster" Target="/ppt/notesMasters/notesMaster1.xml" Id="Racc40c14b52b47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2615b69154ecd" /><Relationship Type="http://schemas.openxmlformats.org/officeDocument/2006/relationships/notesMaster" Target="/ppt/notesMasters/notesMaster1.xml" Id="R73bb118484004d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b424d669849c8" /><Relationship Type="http://schemas.openxmlformats.org/officeDocument/2006/relationships/notesMaster" Target="/ppt/notesMasters/notesMaster1.xml" Id="Rf8e8f18ebcc44b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782177cfc346e9" /><Relationship Type="http://schemas.openxmlformats.org/officeDocument/2006/relationships/notesMaster" Target="/ppt/notesMasters/notesMaster1.xml" Id="Rd5e08f4baec742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7af4c408c649ae" /><Relationship Type="http://schemas.openxmlformats.org/officeDocument/2006/relationships/notesMaster" Target="/ppt/notesMasters/notesMaster1.xml" Id="R9ec943de8cea4c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17ecb8f78d406f" /><Relationship Type="http://schemas.openxmlformats.org/officeDocument/2006/relationships/notesMaster" Target="/ppt/notesMasters/notesMaster1.xml" Id="R473d17e58f3444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b9bedaedfc47f1" /><Relationship Type="http://schemas.openxmlformats.org/officeDocument/2006/relationships/notesMaster" Target="/ppt/notesMasters/notesMaster1.xml" Id="Rad398e26c6c4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8b72a0d4a94594" /><Relationship Type="http://schemas.openxmlformats.org/officeDocument/2006/relationships/notesMaster" Target="/ppt/notesMasters/notesMaster1.xml" Id="R5b6c11eb749f45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5c6b7eeebb4d08" /><Relationship Type="http://schemas.openxmlformats.org/officeDocument/2006/relationships/notesMaster" Target="/ppt/notesMasters/notesMaster1.xml" Id="Rb5c2060c90ab4e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059149c12840b2" /><Relationship Type="http://schemas.openxmlformats.org/officeDocument/2006/relationships/notesMaster" Target="/ppt/notesMasters/notesMaster1.xml" Id="R6645716e2f6348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aa78b4c13f46d9" /><Relationship Type="http://schemas.openxmlformats.org/officeDocument/2006/relationships/notesMaster" Target="/ppt/notesMasters/notesMaster1.xml" Id="Rc2ba2a146ca4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  <a:p xmlns:a="http://schemas.openxmlformats.org/drawingml/2006/main">
            <a:r>
              <a:t>Изображение: ранний концепт из #70, art/IDEA-20261020-biomes; не точная постановка новых сюжетных сцен.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 и статус: https://github.com/garrimajo5/DeepDive/issues/110#issuecomment-6305013288</a:t>
            </a:r>
          </a:p>
          <a:p xmlns:a="http://schemas.openxmlformats.org/drawingml/2006/main">
            <a:r>
              <a:t>Предыдущие предложения: https://github.com/garrimajo5/DeepDive/issues/110</a:t>
            </a:r>
          </a:p>
          <a:p xmlns:a="http://schemas.openxmlformats.org/drawingml/2006/main">
            <a:r>
              <a:t>Только владелец утверждает ещё открытые детали.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991d7b6cf45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218638ad044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827fb630649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ed05c966047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15465c2dc45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f2e6e8e5f49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F31EEB-0CCD-4200-8FF3-E9FAA9C05B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CBBB9B-9392-4057-96B5-4C3A1C6D69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0FA697-69E6-4CEB-A4FE-4157F523B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9DD3E-F79E-455E-A157-5FC6ACF36C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693A03-3DAF-4D42-953C-0BA4800A4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6E9B07-6039-4282-B9A2-27F5F8194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935E8D-7A04-43FA-BB31-9D393A370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C43C74-DBC6-4E8C-B10E-CA2906D52C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482CD0-BBE0-46D0-896A-B9F958902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95A24C-4B41-4D23-8E26-382D1956D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acd2ee1224fe0" /><Relationship Type="http://schemas.openxmlformats.org/officeDocument/2006/relationships/slideLayout" Target="/ppt/slideLayouts/slideLayout1.xml" Id="R54d61c41f84146ca" /><Relationship Type="http://schemas.openxmlformats.org/officeDocument/2006/relationships/slideLayout" Target="/ppt/slideLayouts/slideLayout2.xml" Id="R6cb0f861992048b0" /><Relationship Type="http://schemas.openxmlformats.org/officeDocument/2006/relationships/slideLayout" Target="/ppt/slideLayouts/slideLayout3.xml" Id="R199e77e2eb9d4dc0" /><Relationship Type="http://schemas.openxmlformats.org/officeDocument/2006/relationships/slideLayout" Target="/ppt/slideLayouts/slideLayout4.xml" Id="R62408ceced5841c1" /><Relationship Type="http://schemas.openxmlformats.org/officeDocument/2006/relationships/slideLayout" Target="/ppt/slideLayouts/slideLayout5.xml" Id="Rfbf924993eb44ff8" /><Relationship Type="http://schemas.openxmlformats.org/officeDocument/2006/relationships/slideLayout" Target="/ppt/slideLayouts/slideLayout6.xml" Id="R363f40d7d86e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61c41f84146ca"/>
    <p:sldLayoutId xmlns:r="http://schemas.openxmlformats.org/officeDocument/2006/relationships" id="2147483650" r:id="R6cb0f861992048b0"/>
    <p:sldLayoutId xmlns:r="http://schemas.openxmlformats.org/officeDocument/2006/relationships" id="2147483651" r:id="R199e77e2eb9d4dc0"/>
    <p:sldLayoutId xmlns:r="http://schemas.openxmlformats.org/officeDocument/2006/relationships" id="2147483652" r:id="R62408ceced5841c1"/>
    <p:sldLayoutId xmlns:r="http://schemas.openxmlformats.org/officeDocument/2006/relationships" id="2147483653" r:id="Rfbf924993eb44ff8"/>
    <p:sldLayoutId xmlns:r="http://schemas.openxmlformats.org/officeDocument/2006/relationships" id="2147483654" r:id="R363f40d7d86e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3fe0d1cba420d" /><Relationship Type="http://schemas.openxmlformats.org/officeDocument/2006/relationships/image" Target="/ppt/media/image.jpeg" Id="R4d89396144044f9c" /><Relationship Type="http://schemas.openxmlformats.org/officeDocument/2006/relationships/notesSlide" Target="/ppt/notesSlides/notesSlide1.xml" Id="R83bb2b63dfdd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10b526cad4db8" /><Relationship Type="http://schemas.openxmlformats.org/officeDocument/2006/relationships/notesSlide" Target="/ppt/notesSlides/notesSlide2.xml" Id="Rf4e7e114732e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d3cdd83ec4068" /><Relationship Type="http://schemas.openxmlformats.org/officeDocument/2006/relationships/notesSlide" Target="/ppt/notesSlides/notesSlide3.xml" Id="Ref809e9f562b44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a678989e04488" /><Relationship Type="http://schemas.openxmlformats.org/officeDocument/2006/relationships/notesSlide" Target="/ppt/notesSlides/notesSlide4.xml" Id="Rbe661507117349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19728cca84c2c" /><Relationship Type="http://schemas.openxmlformats.org/officeDocument/2006/relationships/notesSlide" Target="/ppt/notesSlides/notesSlide5.xml" Id="R9162b570f81d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5c8eeb5bc4f3e" /><Relationship Type="http://schemas.openxmlformats.org/officeDocument/2006/relationships/notesSlide" Target="/ppt/notesSlides/notesSlide6.xml" Id="Rb1b30e93e6d7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7ddc8b8934d24" /><Relationship Type="http://schemas.openxmlformats.org/officeDocument/2006/relationships/notesSlide" Target="/ppt/notesSlides/notesSlide7.xml" Id="R5027d4a52aa94f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78a5cad1bb435f" /><Relationship Type="http://schemas.openxmlformats.org/officeDocument/2006/relationships/notesSlide" Target="/ppt/notesSlides/notesSlide8.xml" Id="Ref7ab3da51794d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f9c03a26d46cf" /><Relationship Type="http://schemas.openxmlformats.org/officeDocument/2006/relationships/notesSlide" Target="/ppt/notesSlides/notesSlide9.xml" Id="R043c77a0e4b94f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66df2f1ae4d8f" /><Relationship Type="http://schemas.openxmlformats.org/officeDocument/2006/relationships/notesSlide" Target="/ppt/notesSlides/notesSlide10.xml" Id="Rc8106b59d0ab45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1ec464b464199" /><Relationship Type="http://schemas.openxmlformats.org/officeDocument/2006/relationships/notesSlide" Target="/ppt/notesSlides/notesSlide11.xml" Id="R851469b8e03447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a6ce6a8fa40f5" /><Relationship Type="http://schemas.openxmlformats.org/officeDocument/2006/relationships/notesSlide" Target="/ppt/notesSlides/notesSlide12.xml" Id="R86defe1c394e4d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ecb8653c34d1c" /><Relationship Type="http://schemas.openxmlformats.org/officeDocument/2006/relationships/notesSlide" Target="/ppt/notesSlides/notesSlide13.xml" Id="Rdd173afa942446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f2e0221ee48d2" /><Relationship Type="http://schemas.openxmlformats.org/officeDocument/2006/relationships/notesSlide" Target="/ppt/notesSlides/notesSlide14.xml" Id="Rd3542a8bffef42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2c081fafc42bd" /><Relationship Type="http://schemas.openxmlformats.org/officeDocument/2006/relationships/notesSlide" Target="/ppt/notesSlides/notesSlide15.xml" Id="R30b2013bffe242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4d03ffde846e7" /><Relationship Type="http://schemas.openxmlformats.org/officeDocument/2006/relationships/notesSlide" Target="/ppt/notesSlides/notesSlide16.xml" Id="Rec1e3bb302834c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B99D2-8331-452A-8DC2-8BF2EDC6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СЮЖЕТ ДЛЯ ОБСУЖДЕНИЯ · 21 ОКТЯБРЯ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5F742-04A7-426E-B598-E14C373F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Талассия-IV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105C-4A24-4A03-ACA6-3BBA993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C8C8-9489-4D5F-BB17-69B01C6F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Лаборатория, которая</a:t>
            </a:r>
          </a:p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пережила свою войну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95E1D-53EA-4F63-8FAE-F85BE5A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История мира, путь экипажа</a:t>
            </a:r>
          </a:p>
          <a:p xmlns:a="http://schemas.openxmlformats.org/drawingml/2006/main">
            <a:pPr>
              <a:defRPr sz="21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и шесть исходов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2E7CE-27E1-4EB9-9460-E1FF3DDD0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9396144044f9c"/>
          <a:stretch xmlns:a="http://schemas.openxmlformats.org/drawingml/2006/main"/>
        </p:blipFill>
        <p:spPr>
          <a:xfrm xmlns:a="http://schemas.openxmlformats.org/drawingml/2006/main">
            <a:off x="6465094" y="1905000"/>
            <a:ext cx="5072063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A6714-3485-43B0-9F12-33FEBEB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Статус над заголовком отделяет решения владельца от предлагаемых сцен.</a:t>
            </a:r>
          </a:p>
        </p:txBody>
      </p:sp>
    </p:spTree>
    <p:extLst>
      <p:ext uri="{BB962C8B-B14F-4D97-AF65-F5344CB8AC3E}">
        <p14:creationId xmlns:p14="http://schemas.microsoft.com/office/powerpoint/2010/main" val="74966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93A3D-258E-4B51-B81B-50BAAA29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99335-EC0C-42B0-A381-EE6F26D4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Война меняет смысл лаборатории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107CB-521A-4D47-B8CF-55AE68F0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A5943-E210-4925-9BEC-5F2DD4B6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EA1B0-C4F6-4754-8722-ECA247B5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7984E-1C71-4E47-958B-19E64883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Затяжной конфликт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E89CC-D666-4146-A0C7-D6FB38BB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Цивилизация Складчатых ищет военное преимущество.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7647E-E7D9-4810-AAA9-3B74306C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30601-2BF0-4164-99A1-86C2CD30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7A0F0-B6A3-47F5-BA02-80E020FA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Левиафаны нужны для разработки биооружия.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600B-FCF2-4D8D-A393-7E37FA2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09B58-64E3-4AD7-9A16-F0F946C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Срок вышел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54AA4-24C4-4223-AA2C-244DCA3E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Нужного результата не удалось получить вовремя.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DFD50-27C4-43A7-99F6-45B573B1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F3733-FD7E-482D-B680-57E4DD3E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Отступление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6B05B-3ED6-4E48-8574-33A4D1C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Создатели уходят через врата. Комплекс остаётся 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6C6C1-01E9-48ED-BEA4-32D89E8D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Прежняя версия «успешный опыт и спокойный уход» больше не основа сюжета.</a:t>
            </a:r>
          </a:p>
        </p:txBody>
      </p:sp>
    </p:spTree>
    <p:extLst>
      <p:ext uri="{BB962C8B-B14F-4D97-AF65-F5344CB8AC3E}">
        <p14:creationId xmlns:p14="http://schemas.microsoft.com/office/powerpoint/2010/main" val="163916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3D288-29B9-4C06-9373-75F37644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ОСНОВА МИРА И ПРИЧИННАЯ СХЕМА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256C7-D247-4F00-9003-46A73B78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Что продолжается после ухода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0AB07-A5D8-492D-99DF-E16AA429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D7284-55C3-4141-B36A-AF648FB8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BF1DB-56AA-445C-8D95-A7A3316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8012C-7204-46AD-80F1-88E8DDFD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Хранитель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17042-F770-48DC-A253-7B6940C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Поддерживает лабораторию и исполняет последний приказ.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43382-DB7C-4D05-954C-88F38D9E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CC2D1-28C7-49C6-86F2-664D678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Новая биосфера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A020C-ED4D-4444-A029-353DAC72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Внутри Чаши жизнь развивается по собственным связям.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3843-1140-4ADD-A9A5-86E87EC1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D198E-456E-421E-A568-0C92CEBC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Дышащий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4B9AF-CC79-4E6A-B1ED-789F5DC1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Проникает внутрь и постепенно разрушает оборудование.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13F36-6902-47F4-8222-F0AB4EB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B6F02-F8EA-48FC-847E-5BC653E2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Сбои защиты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67EC2-546F-4A50-80E6-D7AB9C9B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 поясе появляются проходы для внешних гигантов.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DA5D3-8CB4-441B-B080-BB89076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Продолжающийся исследовательский протокол остаётся предлагаемой сценой.</a:t>
            </a:r>
          </a:p>
        </p:txBody>
      </p:sp>
    </p:spTree>
    <p:extLst>
      <p:ext uri="{BB962C8B-B14F-4D97-AF65-F5344CB8AC3E}">
        <p14:creationId xmlns:p14="http://schemas.microsoft.com/office/powerpoint/2010/main" val="272982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54447-6CDF-43E9-854F-93C3D25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 + ПРЕДЛАГАЕМАЯ ЦЕЛЬ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926FD-5A71-4216-BC0E-80A66E1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Зачем отправляется «Ковчег-7»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3A1AC-F400-44C9-8ADE-77B4E62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0CA51-EFCF-4A69-B53E-20D7A085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EC16B-5A5D-43D1-9F5B-A258E933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5C6D1-0846-4DAC-8EFE-0B881E77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Первые экспедиции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62E0C-6E97-4DF1-A102-01EADCEF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Люди заранее рассчитывали на путь в один конец.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D3E4F-B176-40E4-9FAD-F5C46EB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40BB-57B4-4DA3-ACA5-9B77C622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Сообщение домой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BEB05-421F-44BE-BF53-5CE87F38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Одна из экспедиций передала сведения о местных вратах.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F8BD2-7C5B-4B97-AE81-011E31B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888AC-4158-4BA5-95E0-919CB73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Шанс на возврат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92BD5-D62E-4D8A-891E-35C7B022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По этим сведениям врата теоретически можно починить.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241F9-A67C-4CD9-8F2D-5F9044D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77C77-72F0-47ED-AD4B-9D43430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Наша экспедиция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7D525-10C2-4E30-9757-269894AD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Исследовать Чашу и проверить возможность возвращения.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3D5E7-173B-4757-AACF-89818446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Кто отправил сообщение и как оно дошло до людей, пока не выбрано.</a:t>
            </a:r>
          </a:p>
        </p:txBody>
      </p:sp>
    </p:spTree>
    <p:extLst>
      <p:ext uri="{BB962C8B-B14F-4D97-AF65-F5344CB8AC3E}">
        <p14:creationId xmlns:p14="http://schemas.microsoft.com/office/powerpoint/2010/main" val="1508837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A7D26-F73B-424C-81EF-5DA1FB83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ПРЕДЛОЖЕНИЕ СЦЕН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22520-147B-48E9-AA55-BDB4E25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Путь по пяти слоям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68502-07EF-4758-BC63-55B76686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7E30B-DBFE-48CD-AE8B-E8F2E44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C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16916-FA47-4D85-893F-5E34E077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0–300 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B1715-4146-40F9-A5D7-70AD5AC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Подлёдный сад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7A7FF-2DA3-46E4-8A3A-D7A0AA8E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Следы людей и первая надежда на возвращение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B73BE-4AF2-42AE-B66A-ADEF9283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C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E08CC-07B1-49F8-8330-F67AD2C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300–1500 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B1D66-4348-4260-8237-3340F1E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Кристальный лес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5F97D-D549-4BEF-A853-0F1CC2C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860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Защиту создаёт машина, которая выходит из строя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61C90-9F57-4649-B049-55BDF27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D8C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C6790-C6A2-41D2-BABF-C3D6368B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1,5–4 км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A37EF-E0DF-4854-9696-85DDAF0E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194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Поющие каньоны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984CD-B8CB-4E7E-B6E7-1823C058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Неизвестная система помогает кораблю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33E45-FF4D-4D5E-9EB6-A3D0EBA3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F7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DA493-80FC-4A66-95B6-C74FCB4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4–9 км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DB9F7-DD7F-4C1B-942B-D7A7BF6D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Город раковин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059FA-4809-459A-B54A-11C76DA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5290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Исследование служило военной программе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6D25E-8A1F-456C-8D8B-ED6A1906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66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F7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57602-22F8-4433-AFFD-09028D1F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9 км и глубже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79E04-C157-40C0-8226-9537640C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Сердце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84E7C-F9CE-44BD-9142-A62A70E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863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Дышащий, повреждения и просьба Хранителя</a:t>
            </a:r>
          </a:p>
        </p:txBody>
      </p:sp>
    </p:spTree>
    <p:extLst>
      <p:ext uri="{BB962C8B-B14F-4D97-AF65-F5344CB8AC3E}">
        <p14:creationId xmlns:p14="http://schemas.microsoft.com/office/powerpoint/2010/main" val="1611188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3897C-E027-4679-ABA4-CC854FBF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НОВАЯ ПОСТАНОВКА НА СОГЛАСОВАНИЕ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62C5B-1E8F-4731-AEAE-37A7DA6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Военную цель раскрывают улики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82FD4-AEFB-48E8-AB17-CB016357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7F461-C632-462F-A77F-D76F4227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Отбор свойств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CD7E5-73D9-4572-A818-28A4E919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 архиве рядом с родословными появляются испытания повреждения, выживания и управляемости.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27F9E-1F8E-4356-8B1A-53251004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Неудачная серия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27B84-2EB5-4743-929A-529043AC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Серия наследует нужную особенность, но её поведение не удаётся надёжно контролировать.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2F124-83E0-4E40-AF2B-150E49F1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Прерванная работа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106F-3460-468D-81BC-80D01E6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Последняя запись требует вывоза результатов и отступления до окончания испытаний.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5EB0F-4B23-493D-8A5C-52FC1963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Конкретные испытания и причина военной неудачи ещё требуют выбора.</a:t>
            </a:r>
          </a:p>
        </p:txBody>
      </p:sp>
    </p:spTree>
    <p:extLst>
      <p:ext uri="{BB962C8B-B14F-4D97-AF65-F5344CB8AC3E}">
        <p14:creationId xmlns:p14="http://schemas.microsoft.com/office/powerpoint/2010/main" val="3735309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E589B-1D94-4846-8F1D-CD8EBD55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ОСНОВА ВЫБРАНА · СЦЕНЫ ПРЕДЛОЖЕНЫ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2FB15-8CF2-4030-BF8B-A299EE8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Хранитель и экипаж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FD9B4-F131-4923-BFD3-A0AD3C93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D4446-15E5-45AD-B3C2-E1B7E69E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Сначала помощь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481B-3E66-4A0D-9DD6-4D3EA965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Открывается сервисный проход. Тело видно частично, через клапан в Каньонах.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1B722-081A-461F-AAFB-99562D28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Затем узнавание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0B249-54D1-4D8D-B2FA-19F6FC1F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 Городе малый захват измеряет особь. Позже тот же жест повторяется у корабля.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D0592-62B8-4BE7-BE75-161C867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Потом поручение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DF1BE-6C7B-410A-84AD-885538D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Хранитель показывает ущерб и подталкивает убить или выгнать Дышащего.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D4009-2C2D-4171-883E-A595805D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Система сохраняет комплекс. Судьба возникшей вокруг жизни не её исходная цель.</a:t>
            </a:r>
          </a:p>
        </p:txBody>
      </p:sp>
    </p:spTree>
    <p:extLst>
      <p:ext uri="{BB962C8B-B14F-4D97-AF65-F5344CB8AC3E}">
        <p14:creationId xmlns:p14="http://schemas.microsoft.com/office/powerpoint/2010/main" val="2112255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74494-BE0A-48EA-A6FD-BCBEBFB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ПРЕДЛОЖЕНИЕ СЦЕН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C687F-BA0C-4B48-BED9-16170312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Знакомство с Дышащим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6FBE8-9895-461E-896C-FB2BC21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7D52A-A8C8-43C1-AD70-D0899314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ABEEB-0396-4AAC-8D77-8FF82E4F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53EA-209F-4D92-94E1-8E51F34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След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5A6D4-EBA1-4C51-8652-FAEEB46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Низкий ритм совпадает с движением взвеси в Каньонах.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8340A-3164-4789-A745-4E62EB1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7EF88-09FC-46F9-AEAB-7F1C804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0A352-35F8-4692-BE2D-3A8FE146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 Городе при том же ритме меняется течение и натягивается заплата.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ED300-5909-4B54-925D-F52FFF4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E96BE-803E-4AB7-B78E-DCC7275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144DC-7BC6-49A6-A404-3FD56798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 Сердце экипаж из укрытия видит кормление и опасное всасывание.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BF763-246C-4F2B-916A-49A226A8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44F94-8C0E-4775-943E-9BCB0F9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Просьба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157DC-CDC2-4912-BFEB-0AFFB925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После видимого повреждения узла Хранитель предлагает вмешаться.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1F27C-E23B-4F5C-8198-FB8171A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Это огромный организм с собственным поведением. Нехищность не делает его безопасным.</a:t>
            </a:r>
          </a:p>
        </p:txBody>
      </p:sp>
    </p:spTree>
    <p:extLst>
      <p:ext uri="{BB962C8B-B14F-4D97-AF65-F5344CB8AC3E}">
        <p14:creationId xmlns:p14="http://schemas.microsoft.com/office/powerpoint/2010/main" val="1164465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CF3EF-26B6-41ED-980E-C31ACF0C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 · СПОСОБЫ ПРЕДЛОЖЕНЫ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F5A81-9395-4962-8428-D37BFE99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Три решения о Дышащем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D429C-6E57-40E3-898C-B63FB05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A95E3-438A-40AC-AD9C-4FE493F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Выгнать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D636D-A8E1-465F-ACA6-C540A24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Подготовить проход через пояс и наружный маршрут.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Цена: временный проход может впустить хищника.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623CB-752A-491B-83AA-9236F1C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Убить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62613-8458-49B0-AA63-4512C38D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Исследовать уязвимость и подготовить подключение к оборудованию.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Цена: гибель существа и риск для корабля.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F37A5-7DBB-4C5E-90C2-F3DF3A47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Не трогать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EBEB0-7687-4457-9652-A82F8B9D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Сохранить возможность другого решения о лаборатории.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Ущерб продолжается, но скрытого таймера отказа не предлагаем.</a:t>
            </a:r>
          </a:p>
        </p:txBody>
      </p:sp>
    </p:spTree>
    <p:extLst>
      <p:ext uri="{BB962C8B-B14F-4D97-AF65-F5344CB8AC3E}">
        <p14:creationId xmlns:p14="http://schemas.microsoft.com/office/powerpoint/2010/main" val="3055209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56CD0-D342-431D-B8E7-B457D986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ОТКРЫТЫЙ ПУНКТ: ВЛАДЕЛЕЦ ПОКА ПРОПУСТИЛ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2FDF9-7DE3-4E0F-A2D0-D301A87D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Судьбы шести экспедиций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2D410-9FC0-4D5F-9736-5B64E591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2AA01-9984-4520-B75E-1B613826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1D448-5BD2-46DA-B205-66520B2D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7642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Промах перехода, внешний океан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12B4F-6919-4093-8EC2-C1D97285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CECA1-B6EE-4C7A-84D8-EF850D09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050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Работа у врат; возможная попытка прохода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6FF50-636B-4561-9542-B533F00B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8A50B-C7B9-40A3-AE0F-1DB2C01C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3372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Пустой корабль, трос и запись «идём на голос»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8E474-9EAB-4247-A57D-6C61873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3BEC3-466D-46F6-A72A-BD82CEB5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623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Помощь Хранителю и гибель от сервисного оборудования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492C-4F78-488F-A8DE-A07CF4FE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736C0-4E17-46DD-AA83-97A859C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9102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Разрушенный излучатель и проникновение гиганта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073B6-ECF7-414A-895C-98ABA8C5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19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К-6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3FECE-C5D3-4A7E-804D-A0A8326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96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Достиг Сердца; запись об отзыве допуска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63C44-ED4D-4A8B-926B-C9D39266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Это варианты. Новое сообщение о ремонте врат пока не закреплено за конкретной экспедицией.</a:t>
            </a:r>
          </a:p>
        </p:txBody>
      </p:sp>
    </p:spTree>
    <p:extLst>
      <p:ext uri="{BB962C8B-B14F-4D97-AF65-F5344CB8AC3E}">
        <p14:creationId xmlns:p14="http://schemas.microsoft.com/office/powerpoint/2010/main" val="242975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D5C14-DA06-48F0-8E2F-3B86789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 · УСЛОВИЯ УТОЧНЯЮТСЯ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9BE8-2BF6-4B86-B658-BE5087D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Шесть направлений финала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87EEC-F831-4148-B58F-5B4420E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B445D-9EA0-4310-B02C-C1E41FF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91B39-195B-4BA7-AA74-908E8A59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383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Домой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043D6-0367-4E43-99F5-DCB4B70B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383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Вернуться с данными через восстановленные врата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14EE1-1DFB-4ACA-B909-811E1A51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FD40B-575B-4891-9571-D6B36AA4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86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Помочь 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8DE4F-8136-412A-BDF7-F76B39BB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860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Восстановленная охрана уничтожает экипаж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AF46F-F94E-4D23-9065-500586C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97F1-FC66-4409-8BCC-9F5F0A9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337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Уничтожить комплекс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DE452-393B-4C62-A03F-676A6474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337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Потеря поля и попытка побега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914CB-BF7C-4796-8028-1FF89B0B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5A4AF-557E-4437-8C17-79C69BF9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814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Освоить планету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01E98-2FB6-4429-B735-8696E16A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14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Расширение контроля и истребление левиафанов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582A6-6D26-46F9-AFD7-7D741B00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5а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55B32-BA4B-48B1-9B45-2DA9195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Убежище без хозяина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D4A7E-34C0-43BA-93B8-A6EA1117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ИИ отключён, ограниченная автоматика остаётся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52B0E-62F4-491B-B20A-9B5B5976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71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5б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60F60-5D02-41BC-9DAE-47E45217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768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Новый приказ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1BDBD-E0EB-4B37-AA40-2EC369A0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76825"/>
            <a:ext cx="642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Защита жизни, изоляция данных, один игрок остаётся</a:t>
            </a:r>
          </a:p>
        </p:txBody>
      </p:sp>
    </p:spTree>
    <p:extLst>
      <p:ext uri="{BB962C8B-B14F-4D97-AF65-F5344CB8AC3E}">
        <p14:creationId xmlns:p14="http://schemas.microsoft.com/office/powerpoint/2010/main" val="407580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FE0F7-72CC-46BA-AC54-8913462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ПРЕДЛОЖЕНИЕ УСЛОВИЙ ДЛЯ КОНЦОВОК 3 И 5А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2C7EA-CED6-41D6-B38F-DBB18F4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Отключить ИИ или уничтожить комплекс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99D01-D8CA-42C7-A316-34D653D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DDAE0-A43E-4AF0-AECB-7B8D62A9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3 · Уничтожение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AF71B-855C-49BF-ADBC-3D52B6CD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029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Ликвидировать комплекс и питание защиты.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Внешний океан получает доступ в Чашу. Побег требует подготовленных врат.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0665F-AB85-4B8D-AA63-2A811539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5а · Автономия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C4E2D-44B7-4E77-89C7-29F088A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95625"/>
            <a:ext cx="5029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Отделить простые контуры обслуживания, затем отключить 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Защита сохраняется частично, но сложные новые поломки остаются проблемой.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1F428-4AAF-4D26-97DD-BF3D524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Разница должна следовать из разных действий игрока, а не случайной ошибки отключения.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15096191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1E88C-4F1C-444F-B024-3BB24EC4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ПОЯСНЕНИЕ ВОПРОСА ВЛАДЕЛЬЦУ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90F0A-0E62-4436-93AC-629E9DEE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Что означает «колониальная программа»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AB9FC-6541-49BD-AF15-9328CF6A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CA43F-78BD-4730-8CF0-036207C4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Это план превращения планеты в человеческую территорию.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056D8-C580-4DD0-B604-BCC1AAC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А · План возникает здесь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CE432-21B1-4175-8E3F-0633EDEC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029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Экипаж видит возможности лаборатории и выбирает освоение как один из выходов.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Акцент: ответственность за собственный выбор.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980B-0E8F-49FA-9AF2-A08D478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9875"/>
            <a:ext cx="5067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Б · План привезли люди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7C894-51E1-4689-9BF9-0994C064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62375"/>
            <a:ext cx="5029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Организаторы заранее рассматривают контроль планеты. Экипаж узнаёт настоящие условия миссии.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Акцент: давление и скрытые цели отправителей.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EC9FD-7E5D-44C7-9971-B85A2097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Предлагаю А. Выбор определяет происхождение плана, а не добавляет новую концовку.</a:t>
            </a:r>
          </a:p>
        </p:txBody>
      </p:sp>
    </p:spTree>
    <p:extLst>
      <p:ext uri="{BB962C8B-B14F-4D97-AF65-F5344CB8AC3E}">
        <p14:creationId xmlns:p14="http://schemas.microsoft.com/office/powerpoint/2010/main" val="18699641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9AF52-E389-4130-8928-6BB5A6D0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 · ОБЕСПЕЧЕНИЕ ПРЕДЛОЖЕНО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2403D-5886-49F2-9091-1DD2FD8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5б · Остаться до следующей экспедиции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B59D8-2687-4E87-9D81-476524A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2AAE0-C078-4632-803D-0A720BF1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Остальные уходят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EA46A-63A3-4104-901B-F3D56B9D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Возвращение без проверяемых материалов о новых открытиях. Чаша становится опаснее.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6F8CC-5060-4C71-9F04-5ADEE9D2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Один остаётся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D2194-82A2-4F42-9C19-C4C3119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Игрок принимает участие в управлении защитой жизни вместе с 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55F3F-576A-40A9-9134-2291AF3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2143125"/>
            <a:ext cx="328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Следующая экспедиция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E7FED-8FAF-44C9-B4BC-3FD04C28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095625"/>
            <a:ext cx="3251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5"/>
                </a:solidFill>
                <a:latin typeface="Arial"/>
                <a:ea typeface="Arial"/>
                <a:cs typeface="Arial"/>
              </a:rPr>
              <a:t>Она должна сменить остающегося. Срок прибытия и условия передачи роли ещё не определены.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27E5F-BDF5-4060-8500-48F757FC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Предложение: заранее проверить человеческое жильё и снабжение. В соло остаётся сам игрок.</a:t>
            </a:r>
          </a:p>
        </p:txBody>
      </p:sp>
    </p:spTree>
    <p:extLst>
      <p:ext uri="{BB962C8B-B14F-4D97-AF65-F5344CB8AC3E}">
        <p14:creationId xmlns:p14="http://schemas.microsoft.com/office/powerpoint/2010/main" val="320335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811F6-E0C1-435D-B9B9-1141AB49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РЕШЕНИЕ ВЛАДЕЛЬЦА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58EB8-D451-4D10-AD83-237EF68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Как команда принимает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18697-B17C-462E-A6AB-BCC0AF7C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19019-3393-454E-9436-F25F161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CA448-7653-493F-9E82-CE08FA95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D8AC5-5045-496A-ACC4-BCBD867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Выбор операции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73CAE-80A0-4D42-AD5A-27E99EAA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Игроки видят действие и последствия.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EF59D-BCC9-4A92-8BB6-7C1228ED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F3645-BECB-427A-A64E-6AE78B13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Голосование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98D0B-8316-4009-BD6E-1CA48E6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Решает большинство.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C42A6-AC20-46A6-9635-0B5678A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465F7-54A0-4AB0-B1AD-7373462D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Равенство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3FBC9-81F5-45A5-97CF-D55FD14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Решает игрок на соответствующем посту.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78829-26B2-4EEC-8567-9AEB90E4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76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63D8C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3D8C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DEE93-E732-4AD2-B9AF-4802E3A6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241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Отключение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0FB03-A38B-430A-93C8-0A640979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24003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Остальные могут продолжить.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85BD3-FD28-446A-BA81-A124A20B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Открыто: можно ли назначить остающегося большинством? Предлагаю отдельное согласие добровольца.</a:t>
            </a:r>
          </a:p>
        </p:txBody>
      </p:sp>
    </p:spTree>
    <p:extLst>
      <p:ext uri="{BB962C8B-B14F-4D97-AF65-F5344CB8AC3E}">
        <p14:creationId xmlns:p14="http://schemas.microsoft.com/office/powerpoint/2010/main" val="8903548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A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38D3C-E562-4907-9C48-DEAD0A0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ОТКРЫТЫЕ ВОПРОСЫ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E30EE-33B1-40BB-BA83-8136EC1B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Осталось выбрать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F558-4FE0-4155-A9A1-45FCE9EA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7CDFF-C06C-45AE-A9F5-99333709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ED038-3D7A-4E45-8DCE-0B619436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69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Какая экспедиция сообщила о ремонте врат?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8CCC7-444F-4F36-A64D-DE9B3976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Предложение: К-2. Его последующая судьба отдельно.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D88B-6CB5-4FED-8FE3-FA4E0973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6668B-3705-408F-B93E-EFFE3722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Какие судьбы «Ковчегов» сохраняем?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05C69-11E0-4D14-B976-EB9CEA7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Варианты собраны на слайде 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C7EF8-5A38-4F4E-B583-B276747A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1A6B-A6E4-4EBD-AAB9-A60BC60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Откуда появляется план освоения?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4760D-C882-428E-8108-405D797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А: экипаж вырабатывает его здесь. Б: привозит с Земли.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76E50-8C6D-4F68-8F87-537AAFF0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1BF74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1BF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0D959-A017-484A-A927-C6E5D91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A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AF5F5"/>
                </a:solidFill>
                <a:latin typeface="Arial"/>
                <a:ea typeface="Arial"/>
                <a:cs typeface="Arial"/>
              </a:rPr>
              <a:t>Почему следующая экспедиция сможет сменить игрока?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4A584-079C-4859-8E6F-7968BFB9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Нужны условия доступа и передачи роли в 5б.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8401C-630B-4860-A392-E7AC79A2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CB8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8C3"/>
                </a:solidFill>
                <a:latin typeface="Arial"/>
                <a:ea typeface="Arial"/>
                <a:cs typeface="Arial"/>
              </a:rPr>
              <a:t>Военная цель лаборатории уже выбрана. Связь с прежним мотивом изменения вида требует уточнения.</a:t>
            </a:r>
          </a:p>
        </p:txBody>
      </p:sp>
    </p:spTree>
    <p:extLst>
      <p:ext uri="{BB962C8B-B14F-4D97-AF65-F5344CB8AC3E}">
        <p14:creationId xmlns:p14="http://schemas.microsoft.com/office/powerpoint/2010/main" val="1842504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2026-10-21T00:40:24.9190000Z</dcterms:created>
  <dcterms:modified xsi:type="dcterms:W3CDTF">2026-10-21T00:40:24.9190000Z</dcterms:modified>
</coreProperties>
</file>